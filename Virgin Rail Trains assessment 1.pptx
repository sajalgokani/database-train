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467EFE-7008-4A79-8C35-3BDE942EE077}" v="1" dt="2025-10-24T19:04:51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jal Gokani" userId="19fc82844d488268" providerId="LiveId" clId="{A89AF7B6-EECD-4EBE-9FE3-451B4D0BB591}"/>
    <pc:docChg chg="undo custSel modSld sldOrd">
      <pc:chgData name="Sajal Gokani" userId="19fc82844d488268" providerId="LiveId" clId="{A89AF7B6-EECD-4EBE-9FE3-451B4D0BB591}" dt="2025-10-24T19:05:18.376" v="538" actId="20577"/>
      <pc:docMkLst>
        <pc:docMk/>
      </pc:docMkLst>
      <pc:sldChg chg="addSp delSp modSp mod">
        <pc:chgData name="Sajal Gokani" userId="19fc82844d488268" providerId="LiveId" clId="{A89AF7B6-EECD-4EBE-9FE3-451B4D0BB591}" dt="2025-10-24T18:53:37.571" v="474" actId="20577"/>
        <pc:sldMkLst>
          <pc:docMk/>
          <pc:sldMk cId="1509663241" sldId="257"/>
        </pc:sldMkLst>
        <pc:spChg chg="mod">
          <ac:chgData name="Sajal Gokani" userId="19fc82844d488268" providerId="LiveId" clId="{A89AF7B6-EECD-4EBE-9FE3-451B4D0BB591}" dt="2025-10-24T18:53:37.571" v="474" actId="20577"/>
          <ac:spMkLst>
            <pc:docMk/>
            <pc:sldMk cId="1509663241" sldId="257"/>
            <ac:spMk id="2" creationId="{EA94E427-CE40-BFB3-36D6-059E0C07AB80}"/>
          </ac:spMkLst>
        </pc:spChg>
        <pc:spChg chg="add del mod">
          <ac:chgData name="Sajal Gokani" userId="19fc82844d488268" providerId="LiveId" clId="{A89AF7B6-EECD-4EBE-9FE3-451B4D0BB591}" dt="2025-10-24T17:46:28.682" v="197" actId="478"/>
          <ac:spMkLst>
            <pc:docMk/>
            <pc:sldMk cId="1509663241" sldId="257"/>
            <ac:spMk id="4" creationId="{816306B1-8A6F-F968-7969-A4308C508DE8}"/>
          </ac:spMkLst>
        </pc:spChg>
        <pc:picChg chg="del">
          <ac:chgData name="Sajal Gokani" userId="19fc82844d488268" providerId="LiveId" clId="{A89AF7B6-EECD-4EBE-9FE3-451B4D0BB591}" dt="2025-10-24T17:46:22.446" v="196" actId="478"/>
          <ac:picMkLst>
            <pc:docMk/>
            <pc:sldMk cId="1509663241" sldId="257"/>
            <ac:picMk id="5" creationId="{3285F9BD-15A8-5D2B-C122-751BFA04D658}"/>
          </ac:picMkLst>
        </pc:picChg>
        <pc:picChg chg="del">
          <ac:chgData name="Sajal Gokani" userId="19fc82844d488268" providerId="LiveId" clId="{A89AF7B6-EECD-4EBE-9FE3-451B4D0BB591}" dt="2025-10-24T17:46:30.240" v="198" actId="478"/>
          <ac:picMkLst>
            <pc:docMk/>
            <pc:sldMk cId="1509663241" sldId="257"/>
            <ac:picMk id="7" creationId="{C36B7FFC-7D00-793E-483D-18FAB4436637}"/>
          </ac:picMkLst>
        </pc:picChg>
        <pc:picChg chg="add del mod">
          <ac:chgData name="Sajal Gokani" userId="19fc82844d488268" providerId="LiveId" clId="{A89AF7B6-EECD-4EBE-9FE3-451B4D0BB591}" dt="2025-10-24T18:43:22.934" v="386" actId="478"/>
          <ac:picMkLst>
            <pc:docMk/>
            <pc:sldMk cId="1509663241" sldId="257"/>
            <ac:picMk id="8" creationId="{2540608C-511F-9CE8-96BC-6A03D4981CB9}"/>
          </ac:picMkLst>
        </pc:picChg>
        <pc:picChg chg="add del mod">
          <ac:chgData name="Sajal Gokani" userId="19fc82844d488268" providerId="LiveId" clId="{A89AF7B6-EECD-4EBE-9FE3-451B4D0BB591}" dt="2025-10-24T18:43:24.159" v="387" actId="478"/>
          <ac:picMkLst>
            <pc:docMk/>
            <pc:sldMk cId="1509663241" sldId="257"/>
            <ac:picMk id="10" creationId="{5F395253-FD34-FC61-E7BE-7DCC5AFC5840}"/>
          </ac:picMkLst>
        </pc:picChg>
        <pc:picChg chg="add mod">
          <ac:chgData name="Sajal Gokani" userId="19fc82844d488268" providerId="LiveId" clId="{A89AF7B6-EECD-4EBE-9FE3-451B4D0BB591}" dt="2025-10-24T18:47:27.792" v="417" actId="1076"/>
          <ac:picMkLst>
            <pc:docMk/>
            <pc:sldMk cId="1509663241" sldId="257"/>
            <ac:picMk id="12" creationId="{778C19D8-79CF-875A-532A-5455E9E6A17C}"/>
          </ac:picMkLst>
        </pc:picChg>
        <pc:picChg chg="add mod modCrop">
          <ac:chgData name="Sajal Gokani" userId="19fc82844d488268" providerId="LiveId" clId="{A89AF7B6-EECD-4EBE-9FE3-451B4D0BB591}" dt="2025-10-24T18:47:30.483" v="418" actId="1076"/>
          <ac:picMkLst>
            <pc:docMk/>
            <pc:sldMk cId="1509663241" sldId="257"/>
            <ac:picMk id="14" creationId="{F19C081A-A62C-05F5-A61E-880AD9014E30}"/>
          </ac:picMkLst>
        </pc:picChg>
      </pc:sldChg>
      <pc:sldChg chg="addSp delSp modSp mod">
        <pc:chgData name="Sajal Gokani" userId="19fc82844d488268" providerId="LiveId" clId="{A89AF7B6-EECD-4EBE-9FE3-451B4D0BB591}" dt="2025-10-24T18:48:21.764" v="429" actId="1076"/>
        <pc:sldMkLst>
          <pc:docMk/>
          <pc:sldMk cId="3028835719" sldId="258"/>
        </pc:sldMkLst>
        <pc:spChg chg="add del mod">
          <ac:chgData name="Sajal Gokani" userId="19fc82844d488268" providerId="LiveId" clId="{A89AF7B6-EECD-4EBE-9FE3-451B4D0BB591}" dt="2025-10-24T18:44:00.720" v="393" actId="478"/>
          <ac:spMkLst>
            <pc:docMk/>
            <pc:sldMk cId="3028835719" sldId="258"/>
            <ac:spMk id="4" creationId="{8A67DDEA-1169-9F11-613D-35C3FEC5D1DA}"/>
          </ac:spMkLst>
        </pc:spChg>
        <pc:picChg chg="add mod">
          <ac:chgData name="Sajal Gokani" userId="19fc82844d488268" providerId="LiveId" clId="{A89AF7B6-EECD-4EBE-9FE3-451B4D0BB591}" dt="2025-10-24T18:48:14.023" v="427" actId="1076"/>
          <ac:picMkLst>
            <pc:docMk/>
            <pc:sldMk cId="3028835719" sldId="258"/>
            <ac:picMk id="6" creationId="{4953303B-073D-FCC2-2618-98AA4B72D40F}"/>
          </ac:picMkLst>
        </pc:picChg>
        <pc:picChg chg="add mod modCrop">
          <ac:chgData name="Sajal Gokani" userId="19fc82844d488268" providerId="LiveId" clId="{A89AF7B6-EECD-4EBE-9FE3-451B4D0BB591}" dt="2025-10-24T18:48:21.764" v="429" actId="1076"/>
          <ac:picMkLst>
            <pc:docMk/>
            <pc:sldMk cId="3028835719" sldId="258"/>
            <ac:picMk id="8" creationId="{27589EAA-C0CF-E7DF-437F-A7BB0DCC2505}"/>
          </ac:picMkLst>
        </pc:picChg>
        <pc:picChg chg="del">
          <ac:chgData name="Sajal Gokani" userId="19fc82844d488268" providerId="LiveId" clId="{A89AF7B6-EECD-4EBE-9FE3-451B4D0BB591}" dt="2025-10-24T18:43:56.251" v="392" actId="478"/>
          <ac:picMkLst>
            <pc:docMk/>
            <pc:sldMk cId="3028835719" sldId="258"/>
            <ac:picMk id="11" creationId="{1E774F91-3696-D138-7320-4815110C4E11}"/>
          </ac:picMkLst>
        </pc:picChg>
        <pc:picChg chg="del">
          <ac:chgData name="Sajal Gokani" userId="19fc82844d488268" providerId="LiveId" clId="{A89AF7B6-EECD-4EBE-9FE3-451B4D0BB591}" dt="2025-10-24T18:44:01.947" v="394" actId="478"/>
          <ac:picMkLst>
            <pc:docMk/>
            <pc:sldMk cId="3028835719" sldId="258"/>
            <ac:picMk id="13" creationId="{8BD5A9BF-283F-E7B0-FCE1-D97D043556E2}"/>
          </ac:picMkLst>
        </pc:picChg>
      </pc:sldChg>
      <pc:sldChg chg="addSp delSp modSp mod ord">
        <pc:chgData name="Sajal Gokani" userId="19fc82844d488268" providerId="LiveId" clId="{A89AF7B6-EECD-4EBE-9FE3-451B4D0BB591}" dt="2025-10-24T19:05:18.376" v="538" actId="20577"/>
        <pc:sldMkLst>
          <pc:docMk/>
          <pc:sldMk cId="4271979598" sldId="259"/>
        </pc:sldMkLst>
        <pc:spChg chg="mod">
          <ac:chgData name="Sajal Gokani" userId="19fc82844d488268" providerId="LiveId" clId="{A89AF7B6-EECD-4EBE-9FE3-451B4D0BB591}" dt="2025-10-24T19:05:18.376" v="538" actId="20577"/>
          <ac:spMkLst>
            <pc:docMk/>
            <pc:sldMk cId="4271979598" sldId="259"/>
            <ac:spMk id="2" creationId="{CC4D64B9-A6F8-99D0-3A2A-9FDCB6318695}"/>
          </ac:spMkLst>
        </pc:spChg>
        <pc:spChg chg="add del mod">
          <ac:chgData name="Sajal Gokani" userId="19fc82844d488268" providerId="LiveId" clId="{A89AF7B6-EECD-4EBE-9FE3-451B4D0BB591}" dt="2025-10-23T16:05:23.046" v="4" actId="478"/>
          <ac:spMkLst>
            <pc:docMk/>
            <pc:sldMk cId="4271979598" sldId="259"/>
            <ac:spMk id="17" creationId="{9BFD193A-93A1-5567-0339-4D523432EE7A}"/>
          </ac:spMkLst>
        </pc:spChg>
        <pc:picChg chg="add del mod">
          <ac:chgData name="Sajal Gokani" userId="19fc82844d488268" providerId="LiveId" clId="{A89AF7B6-EECD-4EBE-9FE3-451B4D0BB591}" dt="2025-10-24T19:01:06.489" v="506" actId="478"/>
          <ac:picMkLst>
            <pc:docMk/>
            <pc:sldMk cId="4271979598" sldId="259"/>
            <ac:picMk id="4" creationId="{9112090E-5FFA-BEC6-5A2F-3441E98BF7B4}"/>
          </ac:picMkLst>
        </pc:picChg>
        <pc:picChg chg="add del mod modCrop">
          <ac:chgData name="Sajal Gokani" userId="19fc82844d488268" providerId="LiveId" clId="{A89AF7B6-EECD-4EBE-9FE3-451B4D0BB591}" dt="2025-10-24T18:59:55.739" v="495" actId="478"/>
          <ac:picMkLst>
            <pc:docMk/>
            <pc:sldMk cId="4271979598" sldId="259"/>
            <ac:picMk id="6" creationId="{9E12EE1A-E238-75FA-2A44-1403D08C560A}"/>
          </ac:picMkLst>
        </pc:picChg>
        <pc:picChg chg="add mod">
          <ac:chgData name="Sajal Gokani" userId="19fc82844d488268" providerId="LiveId" clId="{A89AF7B6-EECD-4EBE-9FE3-451B4D0BB591}" dt="2025-10-24T18:50:53.014" v="454" actId="14100"/>
          <ac:picMkLst>
            <pc:docMk/>
            <pc:sldMk cId="4271979598" sldId="259"/>
            <ac:picMk id="8" creationId="{71954D5E-404F-C5AF-6A82-0825667C4E9D}"/>
          </ac:picMkLst>
        </pc:picChg>
        <pc:picChg chg="add mod">
          <ac:chgData name="Sajal Gokani" userId="19fc82844d488268" providerId="LiveId" clId="{A89AF7B6-EECD-4EBE-9FE3-451B4D0BB591}" dt="2025-10-24T18:51:10.956" v="459" actId="14100"/>
          <ac:picMkLst>
            <pc:docMk/>
            <pc:sldMk cId="4271979598" sldId="259"/>
            <ac:picMk id="10" creationId="{85A4A10B-F5A7-D7A0-75FE-D99585DC86FA}"/>
          </ac:picMkLst>
        </pc:picChg>
        <pc:picChg chg="del">
          <ac:chgData name="Sajal Gokani" userId="19fc82844d488268" providerId="LiveId" clId="{A89AF7B6-EECD-4EBE-9FE3-451B4D0BB591}" dt="2025-10-23T16:04:45.861" v="0" actId="478"/>
          <ac:picMkLst>
            <pc:docMk/>
            <pc:sldMk cId="4271979598" sldId="259"/>
            <ac:picMk id="13" creationId="{86DCB810-8B77-A82F-DA76-78203DCA1380}"/>
          </ac:picMkLst>
        </pc:picChg>
        <pc:picChg chg="del">
          <ac:chgData name="Sajal Gokani" userId="19fc82844d488268" providerId="LiveId" clId="{A89AF7B6-EECD-4EBE-9FE3-451B4D0BB591}" dt="2025-10-23T16:04:49.324" v="1" actId="478"/>
          <ac:picMkLst>
            <pc:docMk/>
            <pc:sldMk cId="4271979598" sldId="259"/>
            <ac:picMk id="15" creationId="{39853118-EAB7-3A22-8001-CB81CDF8172B}"/>
          </ac:picMkLst>
        </pc:picChg>
        <pc:picChg chg="add mod">
          <ac:chgData name="Sajal Gokani" userId="19fc82844d488268" providerId="LiveId" clId="{A89AF7B6-EECD-4EBE-9FE3-451B4D0BB591}" dt="2025-10-24T19:00:21.340" v="505" actId="14100"/>
          <ac:picMkLst>
            <pc:docMk/>
            <pc:sldMk cId="4271979598" sldId="259"/>
            <ac:picMk id="18" creationId="{075AF500-2C90-9678-0A6D-CF8AEA87A875}"/>
          </ac:picMkLst>
        </pc:picChg>
        <pc:picChg chg="add del mod">
          <ac:chgData name="Sajal Gokani" userId="19fc82844d488268" providerId="LiveId" clId="{A89AF7B6-EECD-4EBE-9FE3-451B4D0BB591}" dt="2025-10-23T16:05:35.195" v="5" actId="478"/>
          <ac:picMkLst>
            <pc:docMk/>
            <pc:sldMk cId="4271979598" sldId="259"/>
            <ac:picMk id="19" creationId="{099067E2-094B-A7D1-77AB-E74E14BA05C7}"/>
          </ac:picMkLst>
        </pc:picChg>
        <pc:picChg chg="add del mod">
          <ac:chgData name="Sajal Gokani" userId="19fc82844d488268" providerId="LiveId" clId="{A89AF7B6-EECD-4EBE-9FE3-451B4D0BB591}" dt="2025-10-24T19:01:16.172" v="510" actId="478"/>
          <ac:picMkLst>
            <pc:docMk/>
            <pc:sldMk cId="4271979598" sldId="259"/>
            <ac:picMk id="20" creationId="{98846A52-EEC2-19AA-221D-60067991FC88}"/>
          </ac:picMkLst>
        </pc:picChg>
        <pc:picChg chg="add del mod">
          <ac:chgData name="Sajal Gokani" userId="19fc82844d488268" providerId="LiveId" clId="{A89AF7B6-EECD-4EBE-9FE3-451B4D0BB591}" dt="2025-10-24T18:40:54.440" v="380" actId="478"/>
          <ac:picMkLst>
            <pc:docMk/>
            <pc:sldMk cId="4271979598" sldId="259"/>
            <ac:picMk id="21" creationId="{FF36C730-E97D-93C5-ED8E-0C8F89DB9B0A}"/>
          </ac:picMkLst>
        </pc:picChg>
        <pc:picChg chg="add del mod">
          <ac:chgData name="Sajal Gokani" userId="19fc82844d488268" providerId="LiveId" clId="{A89AF7B6-EECD-4EBE-9FE3-451B4D0BB591}" dt="2025-10-24T18:40:22.483" v="375" actId="478"/>
          <ac:picMkLst>
            <pc:docMk/>
            <pc:sldMk cId="4271979598" sldId="259"/>
            <ac:picMk id="23" creationId="{042388C8-DDC7-C443-551E-0E384038C98D}"/>
          </ac:picMkLst>
        </pc:picChg>
        <pc:picChg chg="add mod">
          <ac:chgData name="Sajal Gokani" userId="19fc82844d488268" providerId="LiveId" clId="{A89AF7B6-EECD-4EBE-9FE3-451B4D0BB591}" dt="2025-10-24T19:02:08.154" v="518" actId="1076"/>
          <ac:picMkLst>
            <pc:docMk/>
            <pc:sldMk cId="4271979598" sldId="259"/>
            <ac:picMk id="24" creationId="{85112B94-913E-03FA-E3C4-7D30C9A1D7FD}"/>
          </ac:picMkLst>
        </pc:picChg>
        <pc:cxnChg chg="add mod">
          <ac:chgData name="Sajal Gokani" userId="19fc82844d488268" providerId="LiveId" clId="{A89AF7B6-EECD-4EBE-9FE3-451B4D0BB591}" dt="2025-10-24T18:53:01.968" v="472" actId="1076"/>
          <ac:cxnSpMkLst>
            <pc:docMk/>
            <pc:sldMk cId="4271979598" sldId="259"/>
            <ac:cxnSpMk id="12" creationId="{D6D2ED67-399C-0252-293D-841B49ED9E10}"/>
          </ac:cxnSpMkLst>
        </pc:cxnChg>
        <pc:cxnChg chg="add mod">
          <ac:chgData name="Sajal Gokani" userId="19fc82844d488268" providerId="LiveId" clId="{A89AF7B6-EECD-4EBE-9FE3-451B4D0BB591}" dt="2025-10-24T18:58:46.465" v="489" actId="13822"/>
          <ac:cxnSpMkLst>
            <pc:docMk/>
            <pc:sldMk cId="4271979598" sldId="259"/>
            <ac:cxnSpMk id="14" creationId="{6CE48F26-EAB0-A507-855B-BE0F49DF2C2C}"/>
          </ac:cxnSpMkLst>
        </pc:cxnChg>
        <pc:cxnChg chg="add mod">
          <ac:chgData name="Sajal Gokani" userId="19fc82844d488268" providerId="LiveId" clId="{A89AF7B6-EECD-4EBE-9FE3-451B4D0BB591}" dt="2025-10-24T19:00:15.912" v="504" actId="1035"/>
          <ac:cxnSpMkLst>
            <pc:docMk/>
            <pc:sldMk cId="4271979598" sldId="259"/>
            <ac:cxnSpMk id="16" creationId="{41215917-7022-3811-0093-58C333653B08}"/>
          </ac:cxnSpMkLst>
        </pc:cxnChg>
      </pc:sldChg>
      <pc:sldChg chg="addSp delSp modSp mod">
        <pc:chgData name="Sajal Gokani" userId="19fc82844d488268" providerId="LiveId" clId="{A89AF7B6-EECD-4EBE-9FE3-451B4D0BB591}" dt="2025-10-24T18:57:58.401" v="487" actId="20577"/>
        <pc:sldMkLst>
          <pc:docMk/>
          <pc:sldMk cId="3417074385" sldId="260"/>
        </pc:sldMkLst>
        <pc:spChg chg="mod">
          <ac:chgData name="Sajal Gokani" userId="19fc82844d488268" providerId="LiveId" clId="{A89AF7B6-EECD-4EBE-9FE3-451B4D0BB591}" dt="2025-10-24T18:57:58.401" v="487" actId="20577"/>
          <ac:spMkLst>
            <pc:docMk/>
            <pc:sldMk cId="3417074385" sldId="260"/>
            <ac:spMk id="2" creationId="{6CECE811-7053-16F9-FA65-7141C05965D3}"/>
          </ac:spMkLst>
        </pc:spChg>
        <pc:spChg chg="del mod">
          <ac:chgData name="Sajal Gokani" userId="19fc82844d488268" providerId="LiveId" clId="{A89AF7B6-EECD-4EBE-9FE3-451B4D0BB591}" dt="2025-10-23T16:34:40.667" v="33" actId="22"/>
          <ac:spMkLst>
            <pc:docMk/>
            <pc:sldMk cId="3417074385" sldId="260"/>
            <ac:spMk id="3" creationId="{B2E1D814-E23A-C6A7-48D8-37B94912F9C6}"/>
          </ac:spMkLst>
        </pc:spChg>
        <pc:spChg chg="add del mod">
          <ac:chgData name="Sajal Gokani" userId="19fc82844d488268" providerId="LiveId" clId="{A89AF7B6-EECD-4EBE-9FE3-451B4D0BB591}" dt="2025-10-24T18:45:17.170" v="400" actId="478"/>
          <ac:spMkLst>
            <pc:docMk/>
            <pc:sldMk cId="3417074385" sldId="260"/>
            <ac:spMk id="4" creationId="{8687B136-0047-CF53-9021-B917B4F6CA8B}"/>
          </ac:spMkLst>
        </pc:spChg>
        <pc:picChg chg="add del mod ord">
          <ac:chgData name="Sajal Gokani" userId="19fc82844d488268" providerId="LiveId" clId="{A89AF7B6-EECD-4EBE-9FE3-451B4D0BB591}" dt="2025-10-24T18:45:14.932" v="399" actId="478"/>
          <ac:picMkLst>
            <pc:docMk/>
            <pc:sldMk cId="3417074385" sldId="260"/>
            <ac:picMk id="5" creationId="{0E97808C-ECF8-762E-D7D2-AFE9301A1A20}"/>
          </ac:picMkLst>
        </pc:picChg>
        <pc:picChg chg="add del mod modCrop">
          <ac:chgData name="Sajal Gokani" userId="19fc82844d488268" providerId="LiveId" clId="{A89AF7B6-EECD-4EBE-9FE3-451B4D0BB591}" dt="2025-10-24T18:45:13.568" v="398" actId="478"/>
          <ac:picMkLst>
            <pc:docMk/>
            <pc:sldMk cId="3417074385" sldId="260"/>
            <ac:picMk id="7" creationId="{470E7299-0A13-39E3-0807-EBA462179D18}"/>
          </ac:picMkLst>
        </pc:picChg>
        <pc:picChg chg="add mod">
          <ac:chgData name="Sajal Gokani" userId="19fc82844d488268" providerId="LiveId" clId="{A89AF7B6-EECD-4EBE-9FE3-451B4D0BB591}" dt="2025-10-24T18:48:36.681" v="431" actId="1076"/>
          <ac:picMkLst>
            <pc:docMk/>
            <pc:sldMk cId="3417074385" sldId="260"/>
            <ac:picMk id="8" creationId="{22841DFB-0FF3-AB06-8146-3F25733D8D56}"/>
          </ac:picMkLst>
        </pc:picChg>
        <pc:picChg chg="add mod modCrop">
          <ac:chgData name="Sajal Gokani" userId="19fc82844d488268" providerId="LiveId" clId="{A89AF7B6-EECD-4EBE-9FE3-451B4D0BB591}" dt="2025-10-24T18:48:57.965" v="435" actId="732"/>
          <ac:picMkLst>
            <pc:docMk/>
            <pc:sldMk cId="3417074385" sldId="260"/>
            <ac:picMk id="10" creationId="{9846385D-EE14-403F-2D69-78BB376006F2}"/>
          </ac:picMkLst>
        </pc:picChg>
      </pc:sldChg>
      <pc:sldChg chg="addSp delSp modSp mod">
        <pc:chgData name="Sajal Gokani" userId="19fc82844d488268" providerId="LiveId" clId="{A89AF7B6-EECD-4EBE-9FE3-451B4D0BB591}" dt="2025-10-24T18:50:07.207" v="453" actId="732"/>
        <pc:sldMkLst>
          <pc:docMk/>
          <pc:sldMk cId="2229568583" sldId="261"/>
        </pc:sldMkLst>
        <pc:spChg chg="mod">
          <ac:chgData name="Sajal Gokani" userId="19fc82844d488268" providerId="LiveId" clId="{A89AF7B6-EECD-4EBE-9FE3-451B4D0BB591}" dt="2025-10-24T18:20:00.213" v="257" actId="20577"/>
          <ac:spMkLst>
            <pc:docMk/>
            <pc:sldMk cId="2229568583" sldId="261"/>
            <ac:spMk id="2" creationId="{19AAEBB1-4F6C-D1D9-BA33-A1350E089AD7}"/>
          </ac:spMkLst>
        </pc:spChg>
        <pc:spChg chg="del mod">
          <ac:chgData name="Sajal Gokani" userId="19fc82844d488268" providerId="LiveId" clId="{A89AF7B6-EECD-4EBE-9FE3-451B4D0BB591}" dt="2025-10-23T16:44:23.439" v="118" actId="478"/>
          <ac:spMkLst>
            <pc:docMk/>
            <pc:sldMk cId="2229568583" sldId="261"/>
            <ac:spMk id="3" creationId="{40D1952F-CD5F-D71D-D415-274C16872564}"/>
          </ac:spMkLst>
        </pc:spChg>
        <pc:picChg chg="add mod">
          <ac:chgData name="Sajal Gokani" userId="19fc82844d488268" providerId="LiveId" clId="{A89AF7B6-EECD-4EBE-9FE3-451B4D0BB591}" dt="2025-10-24T18:49:26.577" v="444" actId="1076"/>
          <ac:picMkLst>
            <pc:docMk/>
            <pc:sldMk cId="2229568583" sldId="261"/>
            <ac:picMk id="4" creationId="{01DD46A9-7BE1-A2B7-7FD1-CE8F22B76229}"/>
          </ac:picMkLst>
        </pc:picChg>
        <pc:picChg chg="add del mod">
          <ac:chgData name="Sajal Gokani" userId="19fc82844d488268" providerId="LiveId" clId="{A89AF7B6-EECD-4EBE-9FE3-451B4D0BB591}" dt="2025-10-24T18:46:11.490" v="405" actId="478"/>
          <ac:picMkLst>
            <pc:docMk/>
            <pc:sldMk cId="2229568583" sldId="261"/>
            <ac:picMk id="5" creationId="{15DD80A3-E805-51EB-71E7-B4A053DCB9EA}"/>
          </ac:picMkLst>
        </pc:picChg>
        <pc:picChg chg="add del mod">
          <ac:chgData name="Sajal Gokani" userId="19fc82844d488268" providerId="LiveId" clId="{A89AF7B6-EECD-4EBE-9FE3-451B4D0BB591}" dt="2025-10-24T18:46:10.039" v="404" actId="478"/>
          <ac:picMkLst>
            <pc:docMk/>
            <pc:sldMk cId="2229568583" sldId="261"/>
            <ac:picMk id="7" creationId="{4CF9EC93-49B4-A8BD-0D59-47E96A9B95EB}"/>
          </ac:picMkLst>
        </pc:picChg>
        <pc:picChg chg="add mod modCrop">
          <ac:chgData name="Sajal Gokani" userId="19fc82844d488268" providerId="LiveId" clId="{A89AF7B6-EECD-4EBE-9FE3-451B4D0BB591}" dt="2025-10-24T18:50:07.207" v="453" actId="732"/>
          <ac:picMkLst>
            <pc:docMk/>
            <pc:sldMk cId="2229568583" sldId="261"/>
            <ac:picMk id="8" creationId="{A1C27ADC-9B25-F0DE-679C-09DA8744BD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41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3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44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5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4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68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1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9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8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2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ilway junction and power lines">
            <a:extLst>
              <a:ext uri="{FF2B5EF4-FFF2-40B4-BE49-F238E27FC236}">
                <a16:creationId xmlns:a16="http://schemas.microsoft.com/office/drawing/2014/main" id="{40E2854F-32C1-A51E-7CFB-D5FEA3D005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414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6FC0B5-4EE3-3615-A4A9-86A71AB94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Virgin Rail Trains</a:t>
            </a:r>
            <a:endParaRPr lang="en-CA" sz="5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85E27-F5EA-77F4-FAF6-15591A7D3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By: Sajal Gokani</a:t>
            </a:r>
          </a:p>
          <a:p>
            <a:r>
              <a:rPr lang="en-US" sz="2200" dirty="0">
                <a:solidFill>
                  <a:srgbClr val="FFFFFF"/>
                </a:solidFill>
              </a:rPr>
              <a:t>ID: 476587</a:t>
            </a:r>
          </a:p>
          <a:p>
            <a:endParaRPr lang="en-CA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76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E427-CE40-BFB3-36D6-059E0C07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Get a list of customers that require pet or baggage accommodations.</a:t>
            </a:r>
            <a:endParaRPr lang="en-C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8C19D8-79CF-875A-532A-5455E9E6A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842" y="1597281"/>
            <a:ext cx="3550316" cy="23183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9C081A-A62C-05F5-A61E-880AD9014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71"/>
          <a:stretch>
            <a:fillRect/>
          </a:stretch>
        </p:blipFill>
        <p:spPr>
          <a:xfrm>
            <a:off x="1467859" y="4220307"/>
            <a:ext cx="8943156" cy="172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6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C2D37-09FA-838D-BE6C-4E598B2D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What is the most popular seating accommodations on the train?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3303B-073D-FCC2-2618-98AA4B72D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10" y="2034791"/>
            <a:ext cx="11532179" cy="929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589EAA-C0CF-E7DF-437F-A7BB0DCC25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51" b="1"/>
          <a:stretch>
            <a:fillRect/>
          </a:stretch>
        </p:blipFill>
        <p:spPr>
          <a:xfrm>
            <a:off x="1505490" y="3748035"/>
            <a:ext cx="9181020" cy="139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35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E811-7053-16F9-FA65-7141C0596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What is the total revenue from the customers who booked economy seating?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841DFB-0FF3-AB06-8146-3F25733D8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963" y="1680898"/>
            <a:ext cx="7622073" cy="18245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46385D-EE14-403F-2D69-78BB376006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37" r="1768" b="9721"/>
          <a:stretch>
            <a:fillRect/>
          </a:stretch>
        </p:blipFill>
        <p:spPr>
          <a:xfrm>
            <a:off x="2763260" y="4109776"/>
            <a:ext cx="6240064" cy="118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7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64B9-A6F8-99D0-3A2A-9FDCB6318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The train now offers longer service hours at the bar. Update Castiel (</a:t>
            </a:r>
            <a:r>
              <a:rPr lang="en-US" dirty="0" err="1"/>
              <a:t>employee_id</a:t>
            </a:r>
            <a:r>
              <a:rPr lang="en-US" dirty="0"/>
              <a:t>: </a:t>
            </a:r>
            <a:r>
              <a:rPr lang="en-CA" dirty="0"/>
              <a:t>23568</a:t>
            </a:r>
            <a:r>
              <a:rPr lang="en-US" dirty="0"/>
              <a:t>) to a full-time employee.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954D5E-404F-C5AF-6A82-0825667C4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12668"/>
            <a:ext cx="5044877" cy="1969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A4A10B-F5A7-D7A0-75FE-D99585DC8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525" y="2414164"/>
            <a:ext cx="6012262" cy="51751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D2ED67-399C-0252-293D-841B49ED9E10}"/>
              </a:ext>
            </a:extLst>
          </p:cNvPr>
          <p:cNvCxnSpPr>
            <a:cxnSpLocks/>
          </p:cNvCxnSpPr>
          <p:nvPr/>
        </p:nvCxnSpPr>
        <p:spPr>
          <a:xfrm flipV="1">
            <a:off x="5962174" y="5063692"/>
            <a:ext cx="338141" cy="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E48F26-EAB0-A507-855B-BE0F49DF2C2C}"/>
              </a:ext>
            </a:extLst>
          </p:cNvPr>
          <p:cNvCxnSpPr/>
          <p:nvPr/>
        </p:nvCxnSpPr>
        <p:spPr>
          <a:xfrm>
            <a:off x="5962174" y="5063692"/>
            <a:ext cx="0" cy="63901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215917-7022-3811-0093-58C333653B08}"/>
              </a:ext>
            </a:extLst>
          </p:cNvPr>
          <p:cNvCxnSpPr/>
          <p:nvPr/>
        </p:nvCxnSpPr>
        <p:spPr>
          <a:xfrm flipH="1">
            <a:off x="5820697" y="5692879"/>
            <a:ext cx="15130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75AF500-2C90-9678-0A6D-CF8AEA87A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315" y="4486447"/>
            <a:ext cx="5491464" cy="15674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5112B94-913E-03FA-E3C4-7D30C9A1D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966" y="4508961"/>
            <a:ext cx="5566138" cy="154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79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EBB1-4F6C-D1D9-BA33-A1350E089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958586"/>
          </a:xfrm>
        </p:spPr>
        <p:txBody>
          <a:bodyPr>
            <a:normAutofit/>
          </a:bodyPr>
          <a:lstStyle/>
          <a:p>
            <a:r>
              <a:rPr lang="en-US" dirty="0"/>
              <a:t>5.  How many customers are getting off at each station?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D46A9-7BE1-A2B7-7FD1-CE8F22B76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63" y="2067300"/>
            <a:ext cx="11083555" cy="829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C27ADC-9B25-F0DE-679C-09DA8744BD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6"/>
          <a:stretch>
            <a:fillRect/>
          </a:stretch>
        </p:blipFill>
        <p:spPr>
          <a:xfrm>
            <a:off x="1489630" y="3848519"/>
            <a:ext cx="9212740" cy="179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56858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3063</TotalTime>
  <Words>91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VanillaVTI</vt:lpstr>
      <vt:lpstr>Virgin Rail Trains</vt:lpstr>
      <vt:lpstr>1. Get a list of customers that require pet or baggage accommodations.</vt:lpstr>
      <vt:lpstr>2. What is the most popular seating accommodations on the train?</vt:lpstr>
      <vt:lpstr>3. What is the total revenue from the customers who booked economy seating?</vt:lpstr>
      <vt:lpstr>4. The train now offers longer service hours at the bar. Update Castiel (employee_id: 23568) to a full-time employee.</vt:lpstr>
      <vt:lpstr>5.  How many customers are getting off at each station?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Sajal Gokani</dc:creator>
  <cp:lastModifiedBy>Sajal Gokani</cp:lastModifiedBy>
  <cp:revision>1</cp:revision>
  <dcterms:created xsi:type="dcterms:W3CDTF">2025-10-21T15:18:57Z</dcterms:created>
  <dcterms:modified xsi:type="dcterms:W3CDTF">2025-10-24T19:05:21Z</dcterms:modified>
</cp:coreProperties>
</file>